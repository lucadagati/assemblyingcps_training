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In this module we will work through S4T Modular Training — Course Map.</a:t>
            </a:r>
          </a:p>
          <a:p/>
          <a:p>
            <a:r>
              <a:t>Lab VM {{VM_IP}}</a:t>
            </a:r>
          </a:p>
          <a:p/>
          <a:p>
            <a:r>
              <a:t>The session alternates theory from the book with live exercises on the Stack4Things lab VM. Replace the placeholder IP with the address of the machine you are using.</a:t>
            </a:r>
          </a:p>
          <a:p/>
          <a:p>
            <a:r>
              <a:t>Assembling Smart CPS · Part II hands-on.</a:t>
            </a:r>
          </a:p>
          <a:p/>
          <a:p>
            <a:r>
              <a:t>When you're ready, advance to the first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Training philosophy. Theory from the book · demo on the lab VM. In the next slides, listen for whether we are in theory mode or hands-on mode, and open your terminal when the slides turn to lab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How to use these decks. This material is covered in training/docs/MODULES.md · placeholders.py.</a:t>
            </a:r>
          </a:p>
          <a:p/>
          <a:p>
            <a:r>
              <a:t>First, Each module combines book theory with live lab exercises on the Stack4Things VM. Next, regarding core path (3h), modules A + B + C — deploy, plugins, environmental data service.</a:t>
            </a:r>
          </a:p>
          <a:p/>
          <a:p>
            <a:r>
              <a:t>By contrast, regarding standard (6h), core plus multi-board fleet, virtual networking, and web services. We should also consider that regarding full (9h), all modules including federated learning, blueprint, and FaaS concepts.</a:t>
            </a:r>
          </a:p>
          <a:p/>
          <a:p>
            <a:r>
              <a:t>Another key point is that Lab URLs use {{VM_IP}} — resolved automatically when slides are built. Furthermore, Run validation scripts after each module to confirm the environment is healthy.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Lab workflow. End-to-end pipeline — UML sequence. In the next slides, listen for whether we are in theory mode or hands-on mode, and open your terminal when the slides turn to lab work.</a:t>
            </a:r>
          </a:p>
          <a:p/>
          <a:p>
            <a:r>
              <a:t>Session timing — Modular timing model:</a:t>
            </a:r>
          </a:p>
          <a:p/>
          <a:p>
            <a:r>
              <a:t>Session timing — Training paths — pick one: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Training lab workflow — five steps. This material is covered in scripts/build-all.sh · docs/MODULES.md.</a:t>
            </a:r>
          </a:p>
          <a:p/>
          <a:p>
            <a:r>
              <a:t>First, regarding step 1, clone AssemblingSmartCPS org repos (ch13, ch14, ch15, ch05, ch19, ch11) via scripts/clone-repos.sh. Next, regarding step 2, start Stack4Things with Docker Compose + training/patches/docker-compose.lab.yml overlay.</a:t>
            </a:r>
          </a:p>
          <a:p/>
          <a:p>
            <a:r>
              <a:t>By contrast, regarding step 3, run validate/validate-all.sh — all module checks must PASS before the session. We should also consider that regarding step 4, use pre-built PPTX in slides/ or regenerate with scripts/generate_diagrams.py + generate_slides_modular_en.py.</a:t>
            </a:r>
          </a:p>
          <a:p/>
          <a:p>
            <a:r>
              <a:t>Another key point is that regarding step 5, deliver modules A–I using Module*.pptx decks; re-run module validators after each lab block. Furthermore, regarding public repo, github.com/lucadagati/AssemblyingCPS_training.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look at the sequence diagram on screen: UML — End-to-end training workflow. Trace the diagram from left to right. Name each actor, the protocol used, and the message that crosses the cloud–edge boundary. In particular, note the following: Clone repos → Docker up → validate → generate slides → teach modules A–I. Take a few seconds to orient before we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Per-module UML sequence diagrams. This material is covered in diagrams/seq-*.png · generate_diagrams.py.</a:t>
            </a:r>
          </a:p>
          <a:p/>
          <a:p>
            <a:r>
              <a:t>First, Each module deck includes sequence diagrams for the primary hands-on workflow (not only architecture boxes). Next, regarding module a, board onboarding — Horizon, then Conductor, then Crossbar, then Lightning-Rod, then Active.</a:t>
            </a:r>
          </a:p>
          <a:p/>
          <a:p>
            <a:r>
              <a:t>By contrast, regarding module b, sync Plugin Call — inject, then WAMP rpc, then Worker.run(), then result to Horizon. We should also consider that regarding module c, async loop — Start plugin, then CSV row, then InfluxDB every 30s.</a:t>
            </a:r>
          </a:p>
          <a:p/>
          <a:p>
            <a:r>
              <a:t>Another key point is that regarding module d, fleet inject to three boards · Module F: ServiceEnable + WSTUN tunnel. Furthermore, regarding module g, flower FedAvg round across three edge clients.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Book coverage map. Part II hands-on chapters → training modules. In the next slides, listen for whether we are in theory mode or hands-on mode, and open your terminal when the slides turn to lab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Part I background — when to read before labs. This material is covered in Book Part I · Ch.1–12 · intro.tex.</a:t>
            </a:r>
          </a:p>
          <a:p/>
          <a:p>
            <a:r>
              <a:t>First, regarding ch.1–3, cloud continuum foundations — context for why S4T extends OpenStack to IoT. Next, regarding ch.8, authentication and authorization — explains Keystone role in Horizon login.</a:t>
            </a:r>
          </a:p>
          <a:p/>
          <a:p>
            <a:r>
              <a:t>By contrast, regarding ch.9, heterogeneous compute — motivates edge vs cloud placement decisions in plugins. We should also consider that regarding ch.10, SLICES research infrastructure — precursor to Ch.11 Blueprint module.</a:t>
            </a:r>
          </a:p>
          <a:p/>
          <a:p>
            <a:r>
              <a:t>Another key point is that regarding ch.12, summary chapter — useful recap after completing core Modules A–C. Furthermore, Part I is referenced throughout decks; deep read of Ch.4 before Module A is essential.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Core modules — Ch.4, Ch.13–15. This material is covered in Book Part II · intro.tex · Ch.4 I/Ocloud.</a:t>
            </a:r>
          </a:p>
          <a:p/>
          <a:p>
            <a:r>
              <a:t>First, Ch.4 I/Ocloud foundations, then context for Module A (Virtual Nodes, IoTronic). Next, Ch.13 Docker deploy + board onboarding, then Module A: Active board deliverable.</a:t>
            </a:r>
          </a:p>
          <a:p/>
          <a:p>
            <a:r>
              <a:t>By contrast, Ch.14 Plugins, fleet, web services, then Module B sync HelloName + fleet preview. We should also consider that Ch.15 Environmental publisher + TOO(L)SMART, then Module C async, then InfluxDB.</a:t>
            </a:r>
          </a:p>
          <a:p/>
          <a:p>
            <a:r>
              <a:t>Another key point is that Part I chapters (Ch.1–12) provide theory referenced throughout core decks. Furthermore, Students should read Ch.13 abstract before Module A lab session.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Extension modules — Ch.5, Ch.6, Ch.14. This material is covered in Ch.5 · Ch.6 · Ch.14 §14.2–14.3.</a:t>
            </a:r>
          </a:p>
          <a:p/>
          <a:p>
            <a:r>
              <a:t>First, regarding ch.5 virtual networking attach-port → module e, IoTronic ports API workflow. Next, regarding ch.6 web of things layered model → module f, gateway WoT before WSTUN demo.</a:t>
            </a:r>
          </a:p>
          <a:p/>
          <a:p>
            <a:r>
              <a:t>By contrast, Ch.14 Fleet operations + Web Services Manager, then Module D fleet inject + Module F. We should also consider that Extension tier adds per module; D is prerequisite for G (FL clients).</a:t>
            </a:r>
          </a:p>
          <a:p/>
          <a:p>
            <a:r>
              <a:t>Another key point is that regarding module f contrasts book weather server, 8080 with lab nginx :50000 tunnel demo. Furthermore, All extension decks use {{VM_IP}} for Horizon, API, and curl examples.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Advanced modules — Ch.7, Ch.11, Ch.19. This material is covered in Ch.7 · Ch.11 · Ch.19.</a:t>
            </a:r>
          </a:p>
          <a:p/>
          <a:p>
            <a:r>
              <a:t>First, Ch.19 Federated Learning on edge boards, then Module G: Flower + 3 LR clients. Next, Ch.11 SLICES Blueprint + Crossplane + K3s, then Module H: declarative IoT GitOps.</a:t>
            </a:r>
          </a:p>
          <a:p/>
          <a:p>
            <a:r>
              <a:t>By contrast, regarding ch.7 faas / deviceless paradigm → module i, sync vs async plugin contrast. We should also consider that regarding advanced tier, theory-heavy; Module H benefits from a pre-provisioned K3s cluster.</a:t>
            </a:r>
          </a:p>
          <a:p/>
          <a:p>
            <a:r>
              <a:t>Another key point is that Module G needs Module D complete (3 Active boards on :1474/:1475/:1476). Furthermore, Module H K3s install should run overnight — do NOT concurrent with Module G.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A — Deploy I/Ocloud.</a:t>
            </a:r>
          </a:p>
          <a:p/>
          <a:p>
            <a:r>
              <a:t>First, Ch.13 + Ch.4 · Docker Compose + board onboarding, then Active board in Horizon. Next, regarding deck, moduleA_Deploy_IOcloud_EN.pptx.</a:t>
            </a:r>
          </a:p>
          <a:p/>
          <a:p>
            <a:r>
              <a:t>By contrast, regarding validate, ./training/validate-lab.sh (18 core checks).</a:t>
            </a:r>
          </a:p>
          <a:p/>
          <a:p>
            <a:r>
              <a:t>If these objectives are clear, we can proceed.</a:t>
            </a:r>
          </a:p>
          <a:p/>
          <a:p>
            <a:r>
              <a:t>Instructor timing (title): Module A — Deploy I/Ocloud (CORE, 60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B — Plugins &amp; Services.</a:t>
            </a:r>
          </a:p>
          <a:p/>
          <a:p>
            <a:r>
              <a:t>First, Ch.14 · HelloName sync Plugin Call + optional Docker lifecycle + fleet preview. Next, regarding deck, moduleB_Plugin_Services_EN.pptx.</a:t>
            </a:r>
          </a:p>
          <a:p/>
          <a:p>
            <a:r>
              <a:t>By contrast, Builds on Module A — board must be Active before inject.</a:t>
            </a:r>
          </a:p>
          <a:p/>
          <a:p>
            <a:r>
              <a:t>If these objectives are clear, we can proceed.</a:t>
            </a:r>
          </a:p>
          <a:p/>
          <a:p>
            <a:r>
              <a:t>Instructor timing (title): Module B — Plugins &amp; Services (CORE, 60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C — Environmental IoT Computation.</a:t>
            </a:r>
          </a:p>
          <a:p/>
          <a:p>
            <a:r>
              <a:t>First, Ch.15 · Async environmental_data publisher, then InfluxDB · TOO(L)SMART wrap-up. Next, regarding deck, moduleC_IoT_Computation_EN.pptx.</a:t>
            </a:r>
          </a:p>
          <a:p/>
          <a:p>
            <a:r>
              <a:t>By contrast, Contrasts with Module B sync plugin — continuous PaaS-style service.</a:t>
            </a:r>
          </a:p>
          <a:p/>
          <a:p>
            <a:r>
              <a:t>If these objectives are clear, we can proceed.</a:t>
            </a:r>
          </a:p>
          <a:p/>
          <a:p>
            <a:r>
              <a:t>Instructor timing (title): Module C — Environmental IoT Computation (CORE, 60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D — Multi-board &amp; Fleet.</a:t>
            </a:r>
          </a:p>
          <a:p/>
          <a:p>
            <a:r>
              <a:t>First, regarding ch.13–14 · 3 lr instances, 1474/1475/1476 · fleet inject HelloName. Next, regarding deck, moduleD_MultiBoard_EN.pptx.</a:t>
            </a:r>
          </a:p>
          <a:p/>
          <a:p>
            <a:r>
              <a:t>By contrast, Prerequisite for Module G (Federated Learning needs 3 clients).</a:t>
            </a:r>
          </a:p>
          <a:p/>
          <a:p>
            <a:r>
              <a:t>If these objectives are clear, we can proceed.</a:t>
            </a:r>
          </a:p>
          <a:p/>
          <a:p>
            <a:r>
              <a:t>Instructor timing (title): Module D — Multi-board &amp; Fleet (EXT, +45–60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E — Virtual Networking.</a:t>
            </a:r>
          </a:p>
          <a:p/>
          <a:p>
            <a:r>
              <a:t>First, Ch.5 attach-port · IoTronic ports API · WAgent orchestration. Next, regarding deck, moduleE_VirtualNetworking_EN.pptx.</a:t>
            </a:r>
          </a:p>
          <a:p/>
          <a:p>
            <a:r>
              <a:t>By contrast, Skip if short on time or Neutron L3 incomplete in Docker lab.</a:t>
            </a:r>
          </a:p>
          <a:p/>
          <a:p>
            <a:r>
              <a:t>If these objectives are clear, we can proceed.</a:t>
            </a:r>
          </a:p>
          <a:p/>
          <a:p>
            <a:r>
              <a:t>Instructor timing (title): Module E — Virtual Networking (EXT, +45–60 min, OPTIONAL)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F — Web Services, WSTUN &amp; WoT.</a:t>
            </a:r>
          </a:p>
          <a:p/>
          <a:p>
            <a:r>
              <a:t>First, Ch.6 + Ch.14 · WSTUN tunnel · Designate optional · book weather vs lab nginx. Next, regarding deck, moduleF_WebServices_WoT_EN.pptx.</a:t>
            </a:r>
          </a:p>
          <a:p/>
          <a:p>
            <a:r>
              <a:t>By contrast, regarding validate, ./training/validate-lab-wstun.sh.</a:t>
            </a:r>
          </a:p>
          <a:p/>
          <a:p>
            <a:r>
              <a:t>If these objectives are clear, we can proceed.</a:t>
            </a:r>
          </a:p>
          <a:p/>
          <a:p>
            <a:r>
              <a:t>Instructor timing (title): Module F — Web Services, WSTUN &amp; WoT (EXT, +30–45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G — Federated Learning.</a:t>
            </a:r>
          </a:p>
          <a:p/>
          <a:p>
            <a:r>
              <a:t>First, Ch.19 · Flower server · 3 edge clients · requires Module D complete. Next, regarding deck, moduleG_FederatedLearning_EN.pptx.</a:t>
            </a:r>
          </a:p>
          <a:p/>
          <a:p>
            <a:r>
              <a:t>By contrast, Do NOT run simultaneously with Module H (K3s RAM gate).</a:t>
            </a:r>
          </a:p>
          <a:p/>
          <a:p>
            <a:r>
              <a:t>If these objectives are clear, we can proceed.</a:t>
            </a:r>
          </a:p>
          <a:p/>
          <a:p>
            <a:r>
              <a:t>Instructor timing (title): Module G — Federated Learning (ADV, +60–90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H — SLICES Blueprint &amp; K3s.</a:t>
            </a:r>
          </a:p>
          <a:p/>
          <a:p>
            <a:r>
              <a:t>First, Ch.11 · Crossplane provider + K3s deploy · GitOps for IoT fleets. Next, regarding deck, moduleH_Blueprint_K3s_EN.pptx.</a:t>
            </a:r>
          </a:p>
          <a:p/>
          <a:p>
            <a:r>
              <a:t>By contrast, K3s cluster should be installed before the session on a dedicated VM.</a:t>
            </a:r>
          </a:p>
          <a:p/>
          <a:p>
            <a:r>
              <a:t>If these objectives are clear, we can proceed.</a:t>
            </a:r>
          </a:p>
          <a:p/>
          <a:p>
            <a:r>
              <a:t>Instructor timing (title): Module H — SLICES Blueprint &amp; K3s (ADV, +45–60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I — FaaS &amp; Deviceless.</a:t>
            </a:r>
          </a:p>
          <a:p/>
          <a:p>
            <a:r>
              <a:t>First, Ch.7 theory · sync HelloName vs async environmental on same LR. Next, regarding deck, moduleI_FaaS_Deviceless_EN.pptx.</a:t>
            </a:r>
          </a:p>
          <a:p/>
          <a:p>
            <a:r>
              <a:t>By contrast, No new infrastructure — conceptual bridge across Modules B, C, F.</a:t>
            </a:r>
          </a:p>
          <a:p/>
          <a:p>
            <a:r>
              <a:t>If these objectives are clear, we can proceed.</a:t>
            </a:r>
          </a:p>
          <a:p/>
          <a:p>
            <a:r>
              <a:t>Instructor timing (title): Module I — FaaS &amp; Deviceless (ADV, +30–45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Validation scripts &amp; lab hygiene.</a:t>
            </a:r>
          </a:p>
          <a:p/>
          <a:p>
            <a:r>
              <a:t>First, ./training/validate-lab.sh — core 18 checks after Module A–C. Next, ./training/validate-lab-multiboard.sh · validate-lab-vn.sh.</a:t>
            </a:r>
          </a:p>
          <a:p/>
          <a:p>
            <a:r>
              <a:t>By contrast, ./training/validate-lab-wstun.sh · validate-lab-fl.sh. We should also consider that Run relevant script before each module; fix failures before proceeding.</a:t>
            </a:r>
          </a:p>
          <a:p/>
          <a:p>
            <a:r>
              <a:t>If these objectives are clear, we can proceed.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Lab prerequisites.</a:t>
            </a:r>
          </a:p>
          <a:p/>
          <a:p>
            <a:r>
              <a:t>First, Docker and Docker Compose installed; user in the docker group. Next, regarding horizon, http://{{VM_IP}}/horizon — credentials admin / s4t.</a:t>
            </a:r>
          </a:p>
          <a:p/>
          <a:p>
            <a:r>
              <a:t>By contrast, regarding lightning-rod ui, http://{{VM_IP}}:1474 — credentials me / arancino. We should also consider that At least 4 GB free RAM (8 GB if running Module G or H).</a:t>
            </a:r>
          </a:p>
          <a:p/>
          <a:p>
            <a:r>
              <a:t>If these objectives are clear, we can proceed.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02920"/>
            <a:ext cx="2011680" cy="347472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S4T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S4T Modular Training — Course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200" b="0">
                <a:solidFill>
                  <a:srgbClr val="B2EBF2"/>
                </a:solidFill>
                <a:latin typeface="Calibri"/>
              </a:defRPr>
            </a:pPr>
            <a:r>
              <a:t>Lab VM {{VM_IP}}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23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90A4AE"/>
                </a:solidFill>
                <a:latin typeface="Calibri"/>
              </a:defRPr>
            </a:pPr>
            <a:r>
              <a:t>Assembling Smart CPS · Part II hands-on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394960"/>
            <a:ext cx="3200400" cy="36576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Training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Theory from the book · demo on the lab VM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training/docs/MODULES.md · placeholders.py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How to use these decks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Each module combines book theory with live lab exercises on the Stack4Things VM.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Core path (3h): Modules A + B + C — deploy, plugins, environmental data service.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Standard (6h): Core plus multi-board fleet, virtual networking, and web services.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Full (9h): All modules including federated learning, blueprint, and FaaS concepts.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 URLs use {{VM_IP}} — resolved automatically when slides are built.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Run validation scripts after each module to confirm the environment is healthy.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End-to-end pipeline — UML sequence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scripts/build-all.sh · docs/MODULES.md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Training lab workflow — five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1: Clone AssemblingSmartCPS org repos (ch13, ch14, ch15, ch05, ch19, ch11) via scripts/clone-repos.sh.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2: Start Stack4Things with Docker Compose + training/patches/docker-compose.lab.yml overlay.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3: Run validate/validate-all.sh — all module checks must PASS before the session.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4: Use pre-built PPTX in slides/ or regenerate with scripts/generate_diagrams.py + generate_slides_modular_en.py.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5: Deliver modules A–I using Module*.pptx decks; re-run module validators after each lab block.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Public repo: github.com/lucadagati/AssemblyingCPS_training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UML — End-to-end training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40383" y="1298448"/>
            <a:ext cx="9710928" cy="5733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q-training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353312"/>
            <a:ext cx="9601200" cy="562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7168896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37474F"/>
                </a:solidFill>
                <a:latin typeface="Calibri"/>
              </a:defRPr>
            </a:pPr>
            <a:r>
              <a:t>Clone repos → Docker up → validate → generate slides → teach modules A–I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diagrams/seq-*.png · generate_diagrams.py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Per-module UML sequence diagrams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Each module deck includes sequence diagrams for the primary hands-on workflow (not only architecture boxes).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Module A: board onboarding — Horizon → Conductor → Crossbar → Lightning-Rod → Active.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Module B: sync Plugin Call — inject → WAMP rpc → Worker.run() → result to Horizon.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Module C: async loop — Start plugin → CSV row → InfluxDB every 30s.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Module D: fleet inject to three boards · Module F: ServiceEnable + WSTUN tunnel.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Module G: Flower FedAvg round across three edge clients.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Book coverage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Part II hands-on chapters → training 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Book Part I · Ch.1–12 · intro.tex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Part I background — when to read before labs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Ch.1–3: cloud continuum foundations — context for why S4T extends OpenStack to IoT.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Ch.8: authentication and authorization — explains Keystone role in Horizon login.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Ch.9: heterogeneous compute — motivates edge vs cloud placement decisions in plugins.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Ch.10: SLICES research infrastructure — precursor to Ch.11 Blueprint module.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Ch.12: summary chapter — useful recap after completing core Modules A–C.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Part I is referenced throughout decks; deep read of Ch.4 before Module A is essential.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Book Part II · intro.tex · Ch.4 I/Ocloud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Core modules — Ch.4, Ch.13–15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Ch.4 I/Ocloud foundations → context for Module A (Virtual Nodes, IoTronic)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Ch.13 Docker deploy + board onboarding → Module A: Active board deliverable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Ch.14 Plugins, fleet, web services → Module B sync HelloName + fleet preview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Ch.15 Environmental publisher + TOO(L)SMART → Module C async → InfluxDB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Part I chapters (Ch.1–12) provide theory referenced throughout core decks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Students should read Ch.13 abstract before Module A lab session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· Ch.6 · Ch.14 §14.2–14.3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Extension modules — Ch.5, Ch.6, Ch.14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Ch.5 Virtual networking attach-port → Module E: IoTronic ports API workflow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Ch.6 Web of Things layered model → Module F: gateway WoT before WSTUN demo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Ch.14 Fleet operations + Web Services Manager → Module D fleet inject + Module F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Extension tier adds per module; D is prerequisite for G (FL clients)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Module F contrasts book weather server :8080 with lab nginx :50000 tunnel demo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All extension decks use {{VM_IP}} for Horizon, API, and curl examples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Ch.7 · Ch.11 · Ch.19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Advanced modules — Ch.7, Ch.11, Ch.19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Ch.19 Federated Learning on edge boards → Module G: Flower + 3 LR clients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Ch.11 SLICES Blueprint + Crossplane + K3s → Module H: declarative IoT GitOps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Ch.7 FaaS / Deviceless paradigm → Module I: sync vs async plugin contrast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Advanced tier: theory-heavy; Module H benefits from a pre-provisioned K3s cluster.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Module G needs Module D complete (3 Active boards on :1474/:1475/:1476)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Module H K3s install should run overnight — do NOT concurrent with Module 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A — Deploy I/Ocloud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Ch.13 + Ch.4 · Docker Compose + board onboarding → Active board in Horizon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Deck: ModuleA_Deploy_IOcloud_EN.pptx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Validate: ./training/validate-lab.sh (18 core checks)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B — Plugins &amp; Services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Ch.14 · HelloName sync Plugin Call + optional Docker lifecycle + fleet preview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Deck: ModuleB_Plugin_Services_EN.pptx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Builds on Module A — board must be Active before inject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C — Environmental IoT Computation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Ch.15 · Async environmental_data publisher → InfluxDB · TOO(L)SMART wrap-up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Deck: ModuleC_IoT_Computation_EN.pptx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Contrasts with Module B sync plugin — continuous PaaS-style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D — Multi-board &amp; Fleet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Ch.13–14 · 3 LR instances :1474/1475/1476 · fleet inject HelloName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Deck: ModuleD_MultiBoard_EN.pptx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Prerequisite for Module G (Federated Learning needs 3 clients)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E — Virtual Networking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Ch.5 attach-port · IoTronic ports API · WAgent orchestration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Deck: ModuleE_VirtualNetworking_EN.pptx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Skip if short on time or Neutron L3 incomplete in Docker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F — Web Services, WSTUN &amp; WoT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Ch.6 + Ch.14 · WSTUN tunnel · Designate optional · book weather vs lab nginx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Deck: ModuleF_WebServices_WoT_EN.pptx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Validate: ./training/validate-lab-wstun.sh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G — Federated Learning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Ch.19 · Flower server · 3 edge clients · requires Module D complete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Deck: ModuleG_FederatedLearning_EN.pptx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Do NOT run simultaneously with Module H (K3s RAM gate)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H — SLICES Blueprint &amp; K3s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Ch.11 · Crossplane provider + K3s deploy · GitOps for IoT fleets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Deck: ModuleH_Blueprint_K3s_EN.pptx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K3s cluster should be installed before the session on a dedicated VM.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I — FaaS &amp; Deviceless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Ch.7 theory · sync HelloName vs async environmental on same LR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Deck: ModuleI_FaaS_Deviceless_EN.pptx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No new infrastructure — conceptual bridge across Modules B, C, F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Validation scripts &amp; lab hygiene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./training/validate-lab.sh — core 18 checks after Module A–C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./training/validate-lab-multiboard.sh · validate-lab-vn.sh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./training/validate-lab-wstun.sh · validate-lab-fl.sh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Run relevant script before each module; fix failures before proceeding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Lab prerequisites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Docker and Docker Compose installed; user in the docker group.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Horizon: http://{{VM_IP}}/horizon — credentials admin / s4t.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Lightning-Rod UI: http://{{VM_IP}}:1474 — credentials me / arancino.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At least 4 GB free RAM (8 GB if running Module G or H).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