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  <a:p>
            <a:r>
              <a:t>Paste in Create Plugin form. Set Callable =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  <a:p>
            <a:r>
              <a:t>Default if name omitted: "User" · Book example uses {"name": "Messina"}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  <a:p>
            <a:r>
              <a:t>Fields: operation, image, container_name, command, auto_remove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02920"/>
            <a:ext cx="2011680" cy="347472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S4T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Calibri"/>
              </a:defRPr>
            </a:pPr>
            <a:r>
              <a:t>Stack4Things Plugins &amp; Edge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B2EBF2"/>
                </a:solidFill>
                <a:latin typeface="Calibri"/>
              </a:defRPr>
            </a:pPr>
            <a:r>
              <a:t>Module B — IoTronic Plugins &amp; Services · Ch.14 · 60 min</a:t>
            </a:r>
          </a:p>
          <a:p>
            <a:pPr>
              <a:spcAft>
                <a:spcPts val="400"/>
              </a:spcAft>
              <a:defRPr sz="2000" b="0">
                <a:solidFill>
                  <a:srgbClr val="B2EBF2"/>
                </a:solidFill>
                <a:latin typeface="Calibri"/>
              </a:defRPr>
            </a:pPr>
            <a:r>
              <a:t>Lab VM: {{VM_IP}}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0A4AE"/>
                </a:solidFill>
                <a:latin typeface="Calibri"/>
              </a:defRPr>
            </a:pPr>
            <a:r>
              <a:t>Assembling Smart CPS · Part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394960"/>
            <a:ext cx="320040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Chapter 14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Plugins · Fleet · Web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abstract · Stack4Things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What Chapter 14 covers (abstract)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Chapter 14 examines how Stack4Things injects customized business logic directly into remote IoT nodes at the network edge.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Plugins are modular, extensible units orchestrated by the Lightning-Rod agent on each board.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chapter distinguishes synchronous on-demand execution from asynchronous continuous background operation.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Fleet management treats heterogeneous devices as coordinated logical groups for bulk operations.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Web services integration exposes board HTTP endpoints over the public Web without manual port forwarding.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Together these capabilities turn passive edge nodes into programmable, remotely managed cyber-physical assets.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Prerequisites, objectives &amp;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Requires Module A complete — board must show Active in Horizon before any plugin demo.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Create a synchronous HelloName plugin using the standard Python Worker class template.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Inject the plugin on the Active board and invoke it via Plugin Call from Horizon.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Verify the greeting in the Horizon result panel and in Lightning-Rod oslo_log output.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Optional deliverable: Docker run alpine JSON result with container id and short_logs.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 login: admin / s4t · LR UI: http://{{VM_IP}}:1474 (me / arancino).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Plugin theory —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Why edge logic matters in S4T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§14.1 · Plugins in Stack4Things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Why plugins? — extending the edge (Ch.14 §14.1)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Traditional firmware updates require physical access or costly over-the-air reflashing of each device.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Stack4Things plugins encapsulate sensing, actuation, local compute, or protocol forwarding as deployable Python modules.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Operators upload plugin source to the IoTronic repository and inject it onto one board or an entire fleet remotely.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 logic executes inside Lightning-Rod on the board, close to sensors and actuators where latency is lowest.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model bridges low-level hardware control on the edge and high-level cloud orchestration through IoTronic APIs.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Domain-specific behavior — environmental monitoring, container management, K3s join — becomes software-defined infrastructure.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· plugin management model · Ch.4 I/Ocloud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Plugin-based architecture — separation of concerns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 holds the plugin repository, metadata, injection state, and REST/Horizon management APIs in the cloud.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Lightning-Rod loads the Worker class, passes runtime parameters, and supervises execution on the edge node.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Each plugin is an independent unit: deploy, update, interrupt, or remove without restarting the full LR agent.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Callable flag in Horizon marks synchronous plugins; non-callable plugins run as long-lived background workers.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Results flow back through q_result queues to IoTronic, where Horizon and REST consumers read them.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This mirrors the I/Ocloud idea from Chapter 4 — physical capability exposed as a remotely invocable function.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· lst:plugin-skeleton · Plugin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Lightning-Rod Plugin Manager runtime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Plugin Manager on each board loads the Python Worker subclass into an isolated execution context.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Constructor signature is fixed: __init__(self, uuid, name, q_result, params=None) calling super on Plugin.Plugin.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self.params carries the JSON dict from a Plugin Call in synchronous mode or startup configuration in async mode.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self.q_result is a queue where run() puts return values that IoTronic forwards to the cloud caller or dashboard.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Execution modes include callable (sync on demand), onboot (start when LR starts), and periodic (scheduled intervals).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run() method is the single entry point — all plugin business logic lives inside it or methods it calls.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LR 0.4.17 requires the Python class to be named Worker regardless of the display name shown in Horizon.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Asynchronous plugins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Continuous edge workloads · Ch.14 §14.1.1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§14.1.1 · asynchronous plugins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Asynchronous plugins — purpose and pipeline (Ch.14 §14.1.1)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Asynchronous plugins run continuously or at fixed intervals without an explicit cloud trigger for each iteration.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They remain active in the background until an operator sends Stop or Interrupt from IoTronic or Horizon.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canonical pipeline is: Lightning-Rod → Sensor Plugin → Database → Visualization dashboard.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Environmental monitoring, weather stations, and air-quality streams are the primary motivating use cases.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C (Chapter 15) deploys the environmental_data async publisher writing CSV rows to InfluxDB every 30 seconds.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Async plugins use while self._is_running loops with time.sleep intervals between acquisition cycles.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· weather station async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Asynchronous plugins — weather station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book's weather station plugin reads temperature, humidity, and barometric pressure from board sensors every 60 seconds.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Each reading is timestamped, optionally enriched with device metadata, and written to a local or remote time-series store.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Grafana or CKAN portals consume the stored series for operator dashboards and open-data publication.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Because the plugin runs autonomously, network interruptions can be handled with local buffering and resume logic.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Horizon shows async plugins with Callable = OFF; activation uses Start rather than Plugin Call.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Interrupt stops the _is_running loop cleanly so the board can accept updated plugin code on the next inject.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Listing reference: lst:plugin-async and ch14/plugins/asynchronous/weather_station_plugin.py.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§14.1.1 · async vs sync decision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Asynchronous plugins — when to choose async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Choose async when data must be collected on a schedule independent of human or API-driven triggers.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Choose async when the workload is long-running and would exceed reasonable synchronous call timeouts.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Choose async when multiple samples must be aggregated before cloud upload to reduce bandwidth and cost.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Do not use async for one-shot diagnostics, GPIO toggles, or Docker operations that need immediate JSON responses.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Async plugins may still push interim results to q_result for live monitoring, but primary output is often direct DB writes.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State persistence — e.g. last_index.state in Ch.15 — enables fault-tolerant resume after restart or crash.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Synchronous plugins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On-demand edge microservices · Ch.14 §14.1.2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§14.1.2 · synchronous plugins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Synchronous plugins — purpose and pipeline (Ch.14 §14.1.2)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Synchronous plugins remain dormant on the board until explicitly invoked by a Plugin Call from IoTronic.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Each invocation runs run() exactly once, places the result on q_result, and returns control to the Plugin Manager.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pipeline is: Cloud Request → IoTronic Plugin Call → Lightning-Rod executes Worker → result returned to caller.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They behave like callable microservices embedded on the IoT board, addressable via Horizon UI or REST API.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Use cases include instant sensor reads, GPIO or LED control, Docker container lifecycle, and K3s cluster join/status.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Horizon Create Plugin form sets Callable = ON to register the plugin in synchronous mode.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· lst:plugin-sync · hello_name_plugin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Synchronous plugins — HelloName as canonical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HelloName reads a name parameter from self.params and returns a personalized greeting string.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If name is omitted, the plugin defaults to User — demonstrating defensive parameter handling on the edge.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LOG.info writes the same message through oslo_log for centralized traceability in production deployments.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entire request–response cycle typically completes in sub-second time over the WAMP control channel.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Listing lst:plugin-sync is the reference implementation used in today's hands-on lab block.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Once HelloName works, the same inject-and-call pattern applies to LED control and Docker lifecycle plugins.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§14.1.3 · orchestrator agent lifecycle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Orchestrator agent lifecycle plugin (Ch.14 §14.1.3)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Separate from application Workers — manages board-side orchestrator agent state.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Listing lst:plugin-orchestrator documents join/status/leave operations for edge agents.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Used when LR must coordinate with external orchestration platforms beyond IoTronic alone.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Distinct from K3s lifecycle plugin — different privilege and API surface.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Not exercised in core lab — documented for completeness against book §14.1.3.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Shows plugin model generality: any board-side Python logic can become a Worker.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§14.3 · GPIO weather server · demos/weather_web_server.py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GPIO and LED control plugin (Ch.14)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Book web-services example reads /sys/class/gpio and toggles LED via POST /led.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Hardware-facing WoT: REST endpoint maps to physical actuator on Raspberry Pi board.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Contrasts with HelloName (pure software) and environmental (database publisher) plugins.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Requires LR with GPIO access — Docker lab simulates HTTP; hardware pilots use real pins.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Same inject + ServiceEnable path as weather_web_server.py for public WoT exposure.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Connects Module B plugin model to Module F GPIO/LED endpoints in ch14 demos.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§14.1.2 · Plugin Call semantics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Synchronous plugins — parameter contracts and 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 Call accepts a JSON object whose keys map directly to self.params inside Worker.run().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Horizon provides a Call dialog; equivalent automation uses IoTronic REST endpoints on the Conductor API.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Input parameter JSON schemas can be declared at plugin creation time to document expected Call payloads.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Errors inside run() should be logged with LOG.error and returned as structured JSON on q_result when possible.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Synchronous plugins do not use self._is_running loops unless the operation itself is intentionally long.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Callable plugins can be injected on multiple boards and invoked independently with different params per board.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Plugin pipelines — sync vs async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2260" y="1426464"/>
            <a:ext cx="7107173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lugin-sync-a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412" y="1499616"/>
            <a:ext cx="6960869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Theory diagram — pairs HelloName (sync) with Ch.15 environmental publisher (async)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Plugin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Seven steps from development to removal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· plugin lifecycle · steps 1–2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Plugin lifecycle — steps 1–2: develop and register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1 — Develop: write Python source following the S4T skeleton with Worker class, oslo_log, and run() method.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Test logic locally where possible using a mock q_result queue before uploading to IoTronic.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2 — Create: upload the plugin to the IoTronic repository via Horizon Create Plugin or Conductor REST API.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Provide display name, description, full source code, and Callable flag (ON = sync, OFF = async).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Optional input-parameter JSON schema documents Plugin Call fields for synchronous plugins.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plugin receives a repository UUID; it is not yet running on any board until injection.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Book listings: lst:plugin-skeleton (template), lst:plugin-sync, lst:plugin-docker, lst:plugin-k3s-lifecycle.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· plugin lifecycle · steps 3–4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Plugin lifecycle — steps 3–4: inject and execute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3 — Inject: associate the repository plugin with a target board (or fleet) from Horizon Boards → Actions.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Injection copies plugin metadata and source to the edge; Lightning-Rod acknowledges via WAMP messaging.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4 — Execute: for sync plugins, use Plugin Call with JSON params; for async, use Start from Horizon or API.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Sync execution is single-shot; async execution enters the background loop until Stop or Interrupt.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 tracks injection state per board so operators see which plugins are attached and running.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Fleet-level inject deploys the same plugin to every member board in one coordinated operation (Ch.14 §14.2).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· plugin lifecycle · steps 5–7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Plugin lifecycle — steps 5–7: update, interrupt, remove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5 — Update: push revised Python source to the repository and re-inject or hot-update on connected boards.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Remote update avoids truck rolls — critical for large urban deployments like TOO(L)SMART in Chapter 15.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6 — Interrupt: for async plugins, signal _is_running = False to stop the loop without removing the injection.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Interrupt is preferred over kill when the plugin maintains state files or open database connections.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7 — Remove: detach the plugin from the board; Lightning-Rod cleans up execution context and resources.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Full lifecycle control — create, inject, execute, update, interrupt, delete — is available from Horizon and REST.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Structured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oslo_log and centralized observability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Ch.14–15 · oslo_log pattern · lst:plugin-sync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oslo_log in plugins — pattern and purpose (Ch.14–15)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Every production plugin imports from oslo_log: from oslo_log import log as logging; LOG = logging.getLogger(__name__).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LOG.info, LOG.debug, LOG.warning, and LOG.error provide structured, level-filtered messages from edge execution.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Using the OpenStack logging stack ensures consistent formatting across IoTronic cloud services and Lightning-Rod.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 authors should log entry parameters, major state transitions, and errors — never silent failure on the edge.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HelloName demonstrates the minimum viable pattern: LOG.info(message) alongside self.q_result.put(message).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Docker and environmental plugins extend this with operation names, container ids, and InfluxDB write confirmations.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§ logging infrastructure · Ch.14 Docker plugin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Centralized logging — production vs lab (Ch.14–15)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 production Stack4Things deployments, Lightning-Rod log streams forward to IoTronic centralized logging service.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Operators query logs across all boards from the cloud without SSH access to individual edge nodes.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Multi-tenant deployments isolate log streams per tenant/project following OpenStack Keystone boundaries.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 the training lab, logs are visible via: docker compose logs lightning-rod | grep Hello (or environmental).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Centralized logging is infrastructure observability — distinct from HTTP services exposed via WSTUN or Designate DNS.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Chapter 15 environmental plugin uses the same oslo_log pattern for each CSV row sent to InfluxDB.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§14.3 vs logging · Module F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Logging vs web-exposed services — do not conflate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 logs answer: did the edge logic run, with what parameters, and did it succeed or throw?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Web services answer: can an external HTTP client reach a board-local port through DNS or WSTUN tunnels?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weather_web_server.py demo (Ch.14 §14.3) exposes GET /sensors — that is a web service, not a log stream.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Docker plugin returns JSON on q_result; LOG.info captures the same facts for audit trails.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When debugging Plugin Call failures, check both Horizon result panel and LR container logs in parallel.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F extends web services with WSTUN port forwarding; today's focus is plugin execution and logging.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Lab: HelloName sync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Listing lst:plugin-sync · Callable = 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68680" cy="310896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HelloName — 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Prove that the cloud can invoke customized edge logic on demand with sub-second turnaround over WAMP.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Prove that Plugin Call JSON parameters reach Worker.run() as self.params and drive business logic.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Prove that results return through q_result and appear in the Horizon Plugin Call result panel.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Prove that oslo_log emits the same message inside the Lightning-Rod container for operator verification.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Establish the inject-and-call workflow reused by Docker lifecycle, LED control, and fleet bulk deploy in later modules.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UML sequence — Sync Plugin Call (Module 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27149" y="1426464"/>
            <a:ext cx="6937396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q-plugin-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01" y="1499616"/>
            <a:ext cx="6791092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Inject → Plugin Call → Conductor → Crossbar → Worker.run() →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Plugin skeleton — FIXED section (do not change)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from iotronic_lightningrod.modules.plugins import Plugin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from oslo_log import log as logging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LOG = logging.getLogger(__name__)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class Worker(Plugin.Plugin): # name MUST be Worker in LR 0.4.17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def __init__(self, uuid, name, q_result, params=None):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super(Worker, self).__init__(uuid, name, q_result, params)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Plugin skeleton — USER section (your logic in run)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def run(self):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person_name = self.params.get('name', 'User')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message = f'Hello {person_name}'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LOG.info(message)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self.q_result.put(message)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Only the run() body and helper methods belong in the USER section — keep FIXED imports and class name.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417320" cy="329184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⚠  BOOK ↔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BF360C"/>
                </a:solidFill>
                <a:latin typeface="Calibri"/>
              </a:defRPr>
            </a:pPr>
            <a:r>
              <a:t>Worker class name + ch14 repository 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Lightning-Rod 0.4.17: the Python class MUST be named Worker — not HelloNamePlugin or any display alias.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The dashboard plugin display name (HelloName) is independent of the Python class identifier.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BUG: upstream ch14 hello_name_plugin.py uses HelloNamePlugin — injection will fail silently or error.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Use the corrected file: training/ch14-fixed/plugins/synchronous/hello_name_plugin.py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If Plugin Call returns empty, verify class name, injection status, and board Active state in that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HelloNamePlugin — listing lst:plugin-sync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115568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411480"/>
          <a:lstStyle/>
          <a:p>
            <a:pPr algn="ctr"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from iotronic_lightningrod.modules.plugins import Plugin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from oslo_log import log as logging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LOG = logging.getLogger(__name__)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class Worker(Plugin.Plugin):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   def __init__(self, uuid, name, q_result, params=None):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       super(Worker, self).__init__(uuid, name, q_result, params)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   def run(self):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       person_name = self.params.get('name', 'User')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       message = f"Hello {person_name}"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       LOG.info(message)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       self.q_result.put(message)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115568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8191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158191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1581912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Code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Create Plugin form — field by 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 → IoT → Plugins → + Create Plugin.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Plugin Name: HelloName — display label in repository and Call dialog.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Description: optional — e.g. synchronous greeting demo for Module B.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Source: paste full Python Worker code from the listing slide.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Callable: ✓ ON — marks plugin as synchronous and enables Plugin Call button.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Input parameters: optional JSON schema documenting the name field for callers.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Horizon IoT — Plugins panel (live)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izon-plugin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http://{{VM_IP}}/horizon/iot/plugins/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Create HelloName plugin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Open http://{{VM_IP}}/horizon — login admin / s4t.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Navigate IoT → Plugins → + Create Plugin.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Paste from: training/ch14-fixed/plugins/synchronous/hello_name_plugin.py (NOT upstream ch14).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Repo: github.com/AssemblingSmartCPS/ch14 · set Callable = ON · class must be Worker.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Verify: ./validate/validate-demo-ch14.sh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Horizon IoT — Boards panel (inject target)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izon-board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http://{{VM_IP}}/horizon/iot/ — select Active board → Actions → Inject Plugin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Inject plugin on 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 → IoT → Boards → select your Active board from Module A.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Actions → Inject Plugin → choose HelloName from repository.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Confirm injection — plugin is now attached to the board edge agent.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Board must remain Active; re-check LR Status at http://{{VM_IP}}:1474 if inject fails.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Plugin Call 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115568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411480"/>
          <a:lstStyle/>
          <a:p>
            <a:pPr algn="ctr"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{"name": "YourName"}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115568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8191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158191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1581912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Code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Plugin Call and verify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 → Plugins → HelloName → Call (or board Actions → Call Plugin).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Paste JSON: {"name": "Messina"} — replace with your own name to personalize.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Check Horizon result panel — expect: Hello Messina (or Hello YourName).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Verify LR logs: docker compose logs lightning-rod 2&gt;&amp;1 | grep Hello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Lightning-Rod — Status (plugin runtime)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r-dashboard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http://{{VM_IP}}:1474 — Connected board + plugin activity in LR logs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§14.1.2 · sync operational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Sync pipeline — operational flow step by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A: operator triggers Plugin Call in Horizon with JSON payload.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B: IoTronic Conductor validates the request and sends a WAMP command to Lightning-Rod.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C: LR Plugin Manager loads the injected Worker class and binds self.params from the Call JSON.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D: Worker.run() executes once, writes LOG.info, and puts the greeting string on q_result.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E: IoTronic receives the result and displays it in Horizon; REST API exposes the same payload.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Any failure in steps B–D surfaces as empty result, LR error log, or WAMP disconnect on Status page.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Expected HelloName output and troubleshooting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 Plugin Call result panel: Hello Messina (or your chosen name).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LR container log line: INFO Hello Messina — confirms oslo_log path works.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Empty result → check Worker class name is exactly Worker, not HelloNamePlugin.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No log line → plugin not injected or board not Active; re-run Module A onboarding.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WAMP error → confirm LR Configuration uses wss://crossbar:8181 inside Docker network.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Optional — Docker plugin at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Ch.14 §14.1.4 · container lifecycle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§14.1.4 · Docker plugin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Docker management plugin — design (Ch.14 §14.1.4)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Docker lifecycle plugin uses docker.from_env() — the official Python SDK talking to the host Docker daemon.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 Call JSON drives operations: run, stop, remove, and inspect on named containers.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run pulls the image if missing, optionally removes an existing same-name container, starts detached, and returns status.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This enables deploying containerized microservices on edge boards without SSH to each device.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Fleet-wide inject can launch the same monitoring sidecar on every board in a coordinated batch.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Listing reference: lst:plugin-docker · ch14/plugins/synchronous/docker_lifecycle_plugin.py.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· Docker plugin · lab overlay docker-compose.lab.yml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Docker plugin — lab prerequisites and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Lightning-Rod must reach /var/run/docker.sock on the host — enabled by training lab overlay mount.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Verify: docker exec lightning-rod ls /var/run/docker.sock — file must exist inside LR container.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Install SDK if missing: docker exec lightning-rod pip install docker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Granting Docker socket access is powerful — production deployments must sandbox and audit plugin code.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Returned JSON includes status, container id, name, and short_logs tail for immediate verification.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stop and remove operations use container_name from params — same field as run for consistency.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68680" cy="310896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Docker plugin — 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Prove that synchronous plugins can orchestrate host Docker daemon operations from a Plugin Call JSON payload.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Prove that alpine container starts on the board host and returns id, status, and log tail without SSH.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Prove that edge containerization complements plugin model — microservices beside Python Worker logic.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Optional only — skip if time is short; HelloName deliverable is sufficient for Module B completion.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Docker PluginCall — run alpine container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115568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411480"/>
          <a:lstStyle/>
          <a:p>
            <a:pPr algn="ctr"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 "operation": "run",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 "image": "alpine",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 "container_name": "test_alpine",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 "command": "echo Hello from plugin!",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 "auto_remove": false</a:t>
            </a:r>
          </a:p>
          <a:p>
            <a:pPr>
              <a:spcAft>
                <a:spcPts val="2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115568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8191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158191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1581912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Code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Docker plugin demo — optional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1. docker exec lightning-rod ls /var/run/docker.sock — confirm socket mount.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2. docker exec lightning-rod pip install docker (if ImportError on first call).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3. Create and inject Docker lifecycle plugin from ch14 listing; Callable = 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4. Plugin Call with JSON above → verify status running, container id, short_logs echo 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Fleet, K3s &amp; web services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Theory for Modules D, F, and H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§14.2 · fig:fleetpanel · FLEET_MANAGEMENT.md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Fleet abstraction — coordinated edge groups (Ch.14 §14.2)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 fleet is a tenant-aware logical collection of boards — not merely a UI label or tag.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Devices grouped by operational intent act in unison: same plugin, same config, same data collection schedule.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Horizon Fleets panel lists fleets; each fleet has a Plugins tab for bulk inject and lifecycle operations.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Coordinated ops reduce administrative overhead when managing dozens or hundreds of urban sensor stations.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Fleet health metrics include device availability percentage, error rates, and data quality across members.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Full hands-on with three boards and fleet Hello inject: Module D (ModuleD_MultiBoard deck).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§14.2 · fleet-level plugin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Fleet operations — bulk deploy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Create fleet in Horizon with name and description tied to your OpenStack tenant/project.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Associate Active boards as fleet members — heterogeneous device types can share one fleet.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Inject Plugin on fleet deploys the repository plugin to every member in one action.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Sync plugins still require per-board or API-driven Plugin Call unless a orchestration layer batches calls.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Async plugins are started fleet-wide — environmental monitoring on all stations simultaneously.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Book example: weather-monitoring-fleet with shared alert thresholds for temperature and humidity.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Horizon IoT — Fleets panel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izon-fleet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http://{{VM_IP}}/horizon/iot/fleets/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§14.1.5 · lst:plugin-k3s-lifecycle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K3s lifecycle plugin — theory only (Ch.14 §14.1.5)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K3s plugin is synchronous: operations join, status, and leave against a Kubernetes edge cluster.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join installs a K3s agent on the board pointing at server endpoint URL and cluster join token.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status reports whether the node is registered and ready in the cluster control plane.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leave removes the agent cleanly — enabling dynamic scale-out and scale-in of IoT nodes as K8s workers.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Requires root privileges, working K3s server, and network reachability — not part of the 3-hour core lab.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Hands-on deferred to Module H (Blueprint + K3s) · listing lst:plugin-k3s-lifecycle.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§14.1.5 · Module H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K3s at the edge — why it matters for smart CPS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Kubernetes at the edge standardizes packaging, scheduling, and health checks for containerized edge apps.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S4T plugins bridge IoTronic fleet orchestration with K3s node lifecycle without manual SSH provisioning.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Blueprint (Chapter 11) and Crossplane provider patterns extend this to declarative GitOps in advanced modules.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Join token and server URL arrive as Plugin Call JSON params — same contract as HelloName and Docker plugins.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Production smart-city stacks combine LR plugins for sensors with K3s for heavier analytics containers.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Do not attempt K3s join in today's lab VM — theory only to connect Ch.14 listings to Module H roadmap.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§14.3 · WEB_SERVICES_INTEGRATION.md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Web services preview — exposing board HTTP (Ch.14 §14.3)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Stack4Things Web Services expose IoT HTTP endpoints on the public Web without manual router port forwarding.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Designate DNS-as-a-Service assigns a subdomain per board — e.g. weather.board-1.example.com.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NGINX reverse proxy and WebSocket tunnels route HTTPS requests to the board local service port.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Book demo: weather_web_server.py serves GET /sensors, GET /led/status, POST /led/toggle on port 8080.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Connects to Web of Things theory in Chapter 6 — physical sensors as REST resources on the global Web.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Full WSTUN lab demo without Designate DNS: Module F (ModuleF_WebServices_WoT deck).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Ch.14 · demos/weather_web_server.py · Ch.6 WoT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Web services — weather station WoT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GET /sensors returns JSON with timestamp, temperature, humidity, and pressure readings.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GET /led/status reports actuator state; POST /led/toggle flips GPIO-driven LED for remote actuation.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Horizon Web Services Manager registers service name and local port per board for tunnel establishment.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WSTUN lab alternative maps cloud public_port (50001–50100) to board local port without DNS registration.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Web-exposed services are long-lived HTTP servers — distinct from one-shot synchronous plugin calls.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Service catalog + ServiceEnable workflow documented in Module F with nginx demo on LR port 50000.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Horizon IoT — Boards with services (preview)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izon-board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http://{{VM_IP}}/horizon/iot/ — web services attach to Active boards · Module F hands-on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B checklist and handoff to Module 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HelloName Plugin Call returns Hello &lt;name&gt; in Horizon and LR logs.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(Optional) Docker run alpine succeeded with container id in JSON result.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Deliverable: Plugin Call screenshot or docker compose logs lightning-rod | grep Hello snippet.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Next: Module C — async environmental publisher + InfluxDB time-series (Ch.15).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Run validation: cd training &amp;&amp; ./validate-lab.sh before starting Module C.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