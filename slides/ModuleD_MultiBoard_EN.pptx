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502920"/>
            <a:ext cx="2011680" cy="347472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S4T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Calibri"/>
              </a:defRPr>
            </a:pPr>
            <a:r>
              <a:t>Module D — Multi-board &amp; Fleet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0">
                <a:solidFill>
                  <a:srgbClr val="B2EBF2"/>
                </a:solidFill>
                <a:latin typeface="Calibri"/>
              </a:defRPr>
            </a:pPr>
            <a:r>
              <a:t>Extension · +45–60 min · Ch.13–14 · VM {{VM_IP}}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623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90A4AE"/>
                </a:solidFill>
                <a:latin typeface="Calibri"/>
              </a:defRPr>
            </a:pPr>
            <a:r>
              <a:t>Extension · Ch.14 — Multi-board &amp; Fleet · prerequisite for Module G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394960"/>
            <a:ext cx="3200400" cy="36576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multiple boards?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Fleet theory before scaling the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Ch.13 multi-board note · Ch.14 fleet 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Scaling from one board to a fleet (Ch.13–14)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Real S4T deployments manage hundreds of heterogeneous boards across sites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Each board = one Lightning-Rod instance with unique IoTronic registration code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simulates 3 boards via lightning-rod, lightning-rod-2, lightning-rod-3 containers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Same cloud IoTronic Conductor manages all boards under one Keystone tenant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Multi-board topology mirrors TOO(L)SMART multi-station urban deployments (Ch.15)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repo ch13 documents docker-compose scaling pattern used in this module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Ch.13 § Lightning-Rod configuration · fig:chap13:lr-conf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Lightning-Rod instance isolation (Ch.13)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Each LR container binds a distinct host port (:1474, :1475, :1476) for its Web UI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WAMP connection shares crossbar:8181 — IoTronic distinguishes boards by registration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 metadata (name, UUID, status) stored in IoTronic MariaDB — not in LR container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Plugin inject targets a specific board UUID or an entire fleet collection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Credentials per LR dashboard: me / arancino — same pattern on all three instances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Active state requires successful WAMP handshake + heartbeat to Conductor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Ch.13 § board onboarding · listing create_board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Board registration workflow recap (Ch.13)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Horizon IoT → Create Board → copy one-time registration code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LR Configuration page: paste code, set WAMP URL wss://crossbar:8181, save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 transitions: Created → Registering → Active (or Error if misconfigured)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Three boards in this module: board-alpha, board-beta, board-gamma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Each board gets independent plugin namespace — inject does not cross boards unless fleet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REST API mirror: GET /v1/boards/ lists all registered boards with status field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§14.2 · Stack4Things fleet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Fleet abstraction in depth (Ch.14 §14.2)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 ≠ trivial label — semantically meaningful collection of IoT devices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Tenant-aware grouping under OpenStack Keystone multi-tenancy model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Members act in unison: one fleet-level inject reaches ALL boards in the fleet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Absence or failure of one member can affect fleet-level application behaviour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 metadata editable: name, description, member add/remove without re-registering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figures: fig:fleetpanel, fig:fleetpanelCreation, fig:fleetinjPop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bulk plugin deployment · fig:fleetinjPop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Fleet vs individual board operations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Individual inject: fine-grained control, debugging one misbehaving board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 inject: operational efficiency at scale — one UI action, N boards updated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Same Worker Python code runs on each LR independently after fleet inject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Plugin Call (sync) still per-board unless custom fleet orchestration API used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 delete removes grouping only — boards remain registered and Active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Production pattern: dev/test on single board → promote inject to fleet for rollout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§ Stack4Things fleets · Horizon IoT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Horizon fleet UI workflow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Fleets panel: http://{{VM_IP}}/horizon/iot/fleets/ — create, filter, edit, delete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Create Fleet: name + description → add member boards from Active board list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 detail → Plugins tab: inject / update / remove on ALL fleet members at once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Boards panel remains for device-level troubleshooting and individual actions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Horizon login: admin / s4t — same tenant sees all boards and fleets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Screenshots in deck captured from live lab — regenerate via capture_dashboards.py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§14.1 plugin lifecycle · fleet inject listing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Plugin inject on fleet — execution model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IoTronic sends inject command to each fleet member's Lightning-Rod concurrently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Each LR Plugin Manager loads Worker class independently — no shared process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Sync plugin (HelloName): after fleet inject, Plugin Call is still one board at a time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Async plugin: Start on fleet would launch background loop on every member simultaneously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 inject failure on one member: check that board's LR logs before retrying fleet action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Module G (FL) uses per-board async inject — fleet inject not used for Flower clients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§14.2 · supported fleet operations · fig:fleetinjPop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Fleet operations beyond inject (Ch.14 §14.2)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Fleet-level async Start launches background plugins on all members simultaneously.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 update pushes revised plugin source to every attached board in one operation.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 remove detaches plugin from all members — boards remain Active in Horizon.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 health: absence or failure of one member can break fleet-level application logic.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REST API mirrors Horizon: fleet CRUD and bulk plugin operations via Conductor.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focuses on sync HelloName fleet inject — async fleet Start is production pattern for Ch.15.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Multi-board fleet topology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42260" y="1426464"/>
            <a:ext cx="7107173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ultiboard-fl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412" y="1499616"/>
            <a:ext cx="6960869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Three LR instances → one IoTronic Conductor → fleet-level plugin inject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Diagram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Module D — learning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Start lightning-rod-2 and lightning-rod-3 on host ports 1475 and 1476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Register board-alpha, board-beta, board-gamma — all Active in Horizon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Create a fleet containing all three boards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Fleet inject HelloName sync plugin; verify Plugin Call on each board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Pass validate-lab-multiboard.sh — prerequisite for Module G Federated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868680" cy="310896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What this module proves — demo goals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Same IoTronic Conductor orchestrates multiple edge agents concurrently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Fleet inject deploys identical plugin logic to all members in one Horizon action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Each board maintains independent LR runtime — fleet is logical grouping only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Prerequisite satisfied for Module G: 3 Active clients on separate boards for FL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Mirrors production rollout: test plugin on one board → fleet inject for deployment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Students can articulate difference between board inject and fleet inject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Demo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start extra Lightning-Rod instances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Docker Compose lab overlay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Start LR-2 and LR-3 containers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cd training/repos/ch13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docker compose -f docker-compose.yml \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-f ../../patches/docker-compose.lab.yml up -d lightning-rod-2 lightning-rod-3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training/experiments/multiboard/check-endpoints.sh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Expected: HTTP 200 on {{VM_IP}}:1475 and {{VM_IP}}:1476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training/patches/docker-compose.lab.yml · ch13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Lab compose port mapping (Ch.13 patch)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docker-compose.lab.yml adds lightning-rod-2 → host :1475, lightning-rod-3 → :1476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Default lightning-rod (instance 1) remains on :1474 from Module A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All three share iotronic-network — WAMP crossbar reachable as wss://crossbar:8181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check-endpoints.sh verifies UI reachability before board registration begins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Container names: lightning-rod, lightning-rod-2, lightning-rod-3 — distinct hostnames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If port conflict: ensure no other service bound to 1475/1476 on lab VM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register three boards in Horizon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Create Board ×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Horizon IoT — Boards dashboard (create 3 boards)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rizon-board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http://{{VM_IP}}/horizon/iot/ → Create Board × 3 · login admin / s4t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Create three boards in Horizon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Open http://{{VM_IP}}/horizon/iot/ — login admin / s4t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Create Board: board-alpha → copy registration code to notepad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Create Board: board-beta → copy registration code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Create Board: board-gamma → copy registration code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Do NOT reuse codes — each board gets a unique one-time registration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Book figure — Create Board form (Ch.13)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4935" y="1426464"/>
            <a:ext cx="10021824" cy="39909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shot-create-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1499616"/>
            <a:ext cx="9875520" cy="38446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54596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Reference UI fields: name, description, registration code display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configure each Lightning-Rod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Registration code + WAMP URL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LR instance 1 — Configuration (board-alpha)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r-dashboard-co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http://{{VM_IP}}:1474/config — board-alpha · me / arancino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LR instance 2 — home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r-dashboard-home-l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http://{{VM_IP}}:1475 — board-beta will register 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Configure Lightning-Rod instance 1 (alpha)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Open http://{{VM_IP}}:1474/config — login me / arancino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Paste board-alpha registration code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WAMP URL: wss://crossbar:8181 · Save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Verify board-alpha shows Active in Horizon before proceeding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LR instance 2 — Configuration (board-beta)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r-dashboard-conf-l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http://{{VM_IP}}:1475/config — board-beta registration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Configure Lightning-Rod instance 2 (beta)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1691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508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Open http://{{VM_IP}}:1475/config — login me / arancino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Paste board-beta registration code · WAMP: wss://crossbar:8181 · Save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Wait for Active status in Horizon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LR instance 3 — home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r-dashboard-home-l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http://{{VM_IP}}:1476 — board-gamma will register 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LR instance 3 — Configuration (board-gamma)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r-dashboard-conf-l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http://{{VM_IP}}:1476/config — board-gamma registration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Configure Lightning-Rod instance 3 (gamma)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1691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508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Open http://{{VM_IP}}:1476/config — login me / arancino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Paste board-gamma registration code · WAMP: wss://crossbar:8181 · Save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All three boards MUST show Active in Horizon before fleet inject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Ch.13 troubleshooting · IoTronic REST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Troubleshooting multi-board registration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 stuck in Registering: check LR logs — docker logs lightning-rod-2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Wrong code on wrong LR: board shows Error — remove and re-create board in Horizon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WAMP connection refused: verify crossbar container healthy in docker compose ps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Duplicate registration: each code valid for one LR instance only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API check: curl -s http://{{VM_IP}}:8812/v1/boards/ | python3 -m json.tool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All three status fields must read Active before continuing to fleet creation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create fleet and inject HelloName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Fleet-level plugin deploy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UML sequence — Fleet plugin inject (Module 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53018" y="1426464"/>
            <a:ext cx="7285657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q-fleet-in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170" y="1499616"/>
            <a:ext cx="71393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Create fleet → inject HelloName on board-alpha, beta, gamma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Diagram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Horizon IoT — Fleets panel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rizon-fleet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http://{{VM_IP}}/horizon/iot/fleets/ — Create Fleet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Create fleet and add all Active boards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1691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508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http://{{VM_IP}}/horizon/iot/fleets/ → Create Fleet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Name: lab-fleet-3 · add board-alpha, board-beta, board-gamma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Save — verify all three members listed in fleet detail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Fleet inject HelloName plugin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Fleet → Plugins tab → Inject → select HelloName (from Module 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Confirm inject succeeds on all three members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Per board: Plugins → HelloName → Plugin Call → {"name": "fleet-demo"}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Verify JSON result returned on each of :1474, :1475, :1476 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§14.2 · bulk plugin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Fleet inject vs individual inject — when to use each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Development/debug: individual board inject — isolate failures quickly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Production rollout: fleet inject — consistent version across all edge nodes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Heterogeneous fleets: filter members by tag/metadata before inject (production feature)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HelloName sync demo: fleet inject saves time; Plugin Call proves per-board execution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Module G FL: per-board async inject with different CSV — not fleet inject pattern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Ch.14 fleet panel screenshots match Horizon workflow shown in hands-on steps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Validate &amp;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Confirm lab state for Module 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Validate multi-board lab state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1691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508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cd training &amp;&amp; ./validate-lab-multiboard.sh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curl -s http://{{VM_IP}}:8812/v1/boards/ | python3 -m json.tool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Expected: 3 boards, all status Active, fleet lab-fleet-3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Module D checklist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Three boards Active in Horizon (board-alpha, board-beta, board-gamma)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Three LR UIs reachable: {{VM_IP}}:1474, :1475, :1476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Fleet created with HelloName injected on all members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validate-lab-multiboard.sh passes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Prerequisite satisfied → proceed to Module G (Federated Learning) or Module F (WSTUN)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